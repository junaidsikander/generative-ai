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
<Relationships xmlns="http://schemas.openxmlformats.org/package/2006/relationships">
<Relationship Id="rId1" Target="ppt/presentation.xml" Type="http://schemas.openxmlformats.org/officeDocument/2006/relationships/officeDocument"/>
<Relationship Id="rId2" Target="docProps/thumbnail.jpeg" Type="http://schemas.openxmlformats.org/package/2006/relationships/metadata/thumbnail"/>
<Relationship Id="rId3" Target="docProps/core.xml" Type="http://schemas.openxmlformats.org/package/2006/relationships/metadata/core-properties"/>
<Relationship Id="rId4" Target="docProps/app.xml" Type="http://schemas.openxmlformats.org/officeDocument/2006/relationships/extended-properties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Lexend Deca" charset="1" panose="00000000000000000000"/>
      <p:regular r:id="rId21"/>
    </p:embeddedFont>
    <p:embeddedFont>
      <p:font typeface="DM Sans" charset="1" panose="00000000000000000000"/>
      <p:regular r:id="rId22"/>
    </p:embeddedFont>
    <p:embeddedFont>
      <p:font typeface="Montserrat Bold" charset="1" panose="00000800000000000000"/>
      <p:regular r:id="rId23"/>
    </p:embeddedFont>
    <p:embeddedFont>
      <p:font typeface="Open Sans Medium" charset="1" panose="00000000000000000000"/>
      <p:regular r:id="rId24"/>
    </p:embeddedFont>
    <p:embeddedFont>
      <p:font typeface="Montserrat Medium" charset="1" panose="00000600000000000000"/>
      <p:regular r:id="rId25"/>
    </p:embeddedFont>
    <p:embeddedFont>
      <p:font typeface="Montserrat" charset="1" panose="000005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
<Relationships xmlns="http://schemas.openxmlformats.org/package/2006/relationships">
<Relationship Id="rId1" Target="slideMasters/slideMaster1.xml" Type="http://schemas.openxmlformats.org/officeDocument/2006/relationships/slideMaster"/>
<Relationship Id="rId10" Target="slides/slide5.xml" Type="http://schemas.openxmlformats.org/officeDocument/2006/relationships/slide"/>
<Relationship Id="rId11" Target="slides/slide6.xml" Type="http://schemas.openxmlformats.org/officeDocument/2006/relationships/slide"/>
<Relationship Id="rId12" Target="slides/slide7.xml" Type="http://schemas.openxmlformats.org/officeDocument/2006/relationships/slide"/>
<Relationship Id="rId13" Target="slides/slide8.xml" Type="http://schemas.openxmlformats.org/officeDocument/2006/relationships/slide"/>
<Relationship Id="rId14" Target="slides/slide9.xml" Type="http://schemas.openxmlformats.org/officeDocument/2006/relationships/slide"/>
<Relationship Id="rId15" Target="slides/slide10.xml" Type="http://schemas.openxmlformats.org/officeDocument/2006/relationships/slide"/>
<Relationship Id="rId16" Target="slides/slide11.xml" Type="http://schemas.openxmlformats.org/officeDocument/2006/relationships/slide"/>
<Relationship Id="rId17" Target="slides/slide12.xml" Type="http://schemas.openxmlformats.org/officeDocument/2006/relationships/slide"/>
<Relationship Id="rId18" Target="slides/slide13.xml" Type="http://schemas.openxmlformats.org/officeDocument/2006/relationships/slide"/>
<Relationship Id="rId19" Target="slides/slide14.xml" Type="http://schemas.openxmlformats.org/officeDocument/2006/relationships/slide"/>
<Relationship Id="rId2" Target="presProps.xml" Type="http://schemas.openxmlformats.org/officeDocument/2006/relationships/presProps"/>
<Relationship Id="rId20" Target="slides/slide15.xml" Type="http://schemas.openxmlformats.org/officeDocument/2006/relationships/slide"/>
<Relationship Id="rId21" Target="fonts/font21.fntdata" Type="http://schemas.openxmlformats.org/officeDocument/2006/relationships/font"/>
<Relationship Id="rId22" Target="fonts/font22.fntdata" Type="http://schemas.openxmlformats.org/officeDocument/2006/relationships/font"/>
<Relationship Id="rId23" Target="fonts/font23.fntdata" Type="http://schemas.openxmlformats.org/officeDocument/2006/relationships/font"/>
<Relationship Id="rId24" Target="fonts/font24.fntdata" Type="http://schemas.openxmlformats.org/officeDocument/2006/relationships/font"/>
<Relationship Id="rId25" Target="fonts/font25.fntdata" Type="http://schemas.openxmlformats.org/officeDocument/2006/relationships/font"/>
<Relationship Id="rId26" Target="fonts/font26.fntdata" Type="http://schemas.openxmlformats.org/officeDocument/2006/relationships/font"/>
<Relationship Id="rId3" Target="viewProps.xml" Type="http://schemas.openxmlformats.org/officeDocument/2006/relationships/viewProps"/>
<Relationship Id="rId4" Target="theme/theme1.xml" Type="http://schemas.openxmlformats.org/officeDocument/2006/relationships/theme"/>
<Relationship Id="rId5" Target="tableStyles.xml" Type="http://schemas.openxmlformats.org/officeDocument/2006/relationships/tableStyles"/>
<Relationship Id="rId6" Target="slides/slide1.xml" Type="http://schemas.openxmlformats.org/officeDocument/2006/relationships/slide"/>
<Relationship Id="rId7" Target="slides/slide2.xml" Type="http://schemas.openxmlformats.org/officeDocument/2006/relationships/slide"/>
<Relationship Id="rId8" Target="slides/slide3.xml" Type="http://schemas.openxmlformats.org/officeDocument/2006/relationships/slide"/>
<Relationship Id="rId9" Target="slides/slide4.xml" Type="http://schemas.openxmlformats.org/officeDocument/2006/relationships/slide"/>
</Relationships>

</file>

<file path=ppt/slideLayouts/_rels/slideLayout1.xml.rels><?xml version="1.0" encoding="UTF-8" standalone="no"?>
<Relationships xmlns="http://schemas.openxmlformats.org/package/2006/relationships">
<Relationship Id="rId1" Target="../slideMasters/slideMaster1.xml" Type="http://schemas.openxmlformats.org/officeDocument/2006/relationships/slideMaster"/>
</Relationships>

</file>

<file path=ppt/slideLayouts/_rels/slideLayout2.xml.rels><?xml version="1.0" encoding="UTF-8" standalone="no"?>
<Relationships xmlns="http://schemas.openxmlformats.org/package/2006/relationships">
<Relationship Id="rId1" Target="../slideMasters/slideMaster1.xml" Type="http://schemas.openxmlformats.org/officeDocument/2006/relationships/slideMaster"/>
</Relationships>

</file>

<file path=ppt/slideLayouts/_rels/slideLayout3.xml.rels><?xml version="1.0" encoding="UTF-8" standalone="no"?>
<Relationships xmlns="http://schemas.openxmlformats.org/package/2006/relationships">
<Relationship Id="rId1" Target="../slideMasters/slideMaster1.xml" Type="http://schemas.openxmlformats.org/officeDocument/2006/relationships/slideMaster"/>
</Relationships>

</file>

<file path=ppt/slideLayouts/_rels/slideLayout4.xml.rels><?xml version="1.0" encoding="UTF-8" standalone="no"?>
<Relationships xmlns="http://schemas.openxmlformats.org/package/2006/relationships">
<Relationship Id="rId1" Target="../slideMasters/slideMaster1.xml" Type="http://schemas.openxmlformats.org/officeDocument/2006/relationships/slideMaster"/>
</Relationships>

</file>

<file path=ppt/slideLayouts/_rels/slideLayout5.xml.rels><?xml version="1.0" encoding="UTF-8" standalone="no"?>
<Relationships xmlns="http://schemas.openxmlformats.org/package/2006/relationships">
<Relationship Id="rId1" Target="../slideMasters/slideMaster1.xml" Type="http://schemas.openxmlformats.org/officeDocument/2006/relationships/slideMaster"/>
</Relationships>

</file>

<file path=ppt/slideLayouts/_rels/slideLayout6.xml.rels><?xml version="1.0" encoding="UTF-8" standalone="no"?>
<Relationships xmlns="http://schemas.openxmlformats.org/package/2006/relationships">
<Relationship Id="rId1" Target="../slideMasters/slideMaster1.xml" Type="http://schemas.openxmlformats.org/officeDocument/2006/relationships/slideMaster"/>
</Relationships>

</file>

<file path=ppt/slideLayouts/_rels/slideLayout7.xml.rels><?xml version="1.0" encoding="UTF-8" standalone="no"?>
<Relationships xmlns="http://schemas.openxmlformats.org/package/2006/relationships">
<Relationship Id="rId1" Target="../slideMasters/slideMaster1.xml" Type="http://schemas.openxmlformats.org/officeDocument/2006/relationships/slideMaster"/>
</Relationships>

</file>

<file path=ppt/slideLayouts/_rels/slideLayout8.xml.rels><?xml version="1.0" encoding="UTF-8" standalone="no"?>
<Relationships xmlns="http://schemas.openxmlformats.org/package/2006/relationships">
<Relationship Id="rId1" Target="../slideMasters/slideMaster1.xml" Type="http://schemas.openxmlformats.org/officeDocument/2006/relationships/slideMaster"/>
</Relationships>

</file>

<file path=ppt/slideLayouts/_rels/slideLayout9.xml.rels><?xml version="1.0" encoding="UTF-8" standalone="no"?>
<Relationships xmlns="http://schemas.openxmlformats.org/package/2006/relationships">
<Relationship Id="rId1" Target="../slideMasters/slideMaster1.xml" Type="http://schemas.openxmlformats.org/officeDocument/2006/relationships/slideMaster"/>
</Relationships>

</file>

<file path=ppt/slideLayouts/_rels/slideLayout10.xml.rels><?xml version="1.0" encoding="UTF-8" standalone="no"?>
<Relationships xmlns="http://schemas.openxmlformats.org/package/2006/relationships">
<Relationship Id="rId1" Target="../slideMasters/slideMaster1.xml" Type="http://schemas.openxmlformats.org/officeDocument/2006/relationships/slideMaster"/>
</Relationships>

</file>

<file path=ppt/slideLayouts/_rels/slideLayout11.xml.rels><?xml version="1.0" encoding="UTF-8" standalone="no"?>
<Relationships xmlns="http://schemas.openxmlformats.org/package/2006/relationships">
<Relationship Id="rId1" Target="../slideMasters/slideMaster1.xml" Type="http://schemas.openxmlformats.org/officeDocument/2006/relationships/slideMaster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
<Relationships xmlns="http://schemas.openxmlformats.org/package/2006/relationships">
<Relationship Id="rId1" Target="../slideLayouts/slideLayout1.xml" Type="http://schemas.openxmlformats.org/officeDocument/2006/relationships/slideLayout"/>
<Relationship Id="rId10" Target="../slideLayouts/slideLayout10.xml" Type="http://schemas.openxmlformats.org/officeDocument/2006/relationships/slideLayout"/>
<Relationship Id="rId11" Target="../slideLayouts/slideLayout11.xml" Type="http://schemas.openxmlformats.org/officeDocument/2006/relationships/slideLayout"/>
<Relationship Id="rId12" Target="../theme/theme1.xml" Type="http://schemas.openxmlformats.org/officeDocument/2006/relationships/theme"/>
<Relationship Id="rId2" Target="../slideLayouts/slideLayout2.xml" Type="http://schemas.openxmlformats.org/officeDocument/2006/relationships/slideLayout"/>
<Relationship Id="rId3" Target="../slideLayouts/slideLayout3.xml" Type="http://schemas.openxmlformats.org/officeDocument/2006/relationships/slideLayout"/>
<Relationship Id="rId4" Target="../slideLayouts/slideLayout4.xml" Type="http://schemas.openxmlformats.org/officeDocument/2006/relationships/slideLayout"/>
<Relationship Id="rId5" Target="../slideLayouts/slideLayout5.xml" Type="http://schemas.openxmlformats.org/officeDocument/2006/relationships/slideLayout"/>
<Relationship Id="rId6" Target="../slideLayouts/slideLayout6.xml" Type="http://schemas.openxmlformats.org/officeDocument/2006/relationships/slideLayout"/>
<Relationship Id="rId7" Target="../slideLayouts/slideLayout7.xml" Type="http://schemas.openxmlformats.org/officeDocument/2006/relationships/slideLayout"/>
<Relationship Id="rId8" Target="../slideLayouts/slideLayout8.xml" Type="http://schemas.openxmlformats.org/officeDocument/2006/relationships/slideLayout"/>
<Relationship Id="rId9" Target="../slideLayouts/slideLayout9.xml" Type="http://schemas.openxmlformats.org/officeDocument/2006/relationships/slideLayout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
<Relationships xmlns="http://schemas.openxmlformats.org/package/2006/relationships">
<Relationship Id="rId1" Target="../slideLayouts/slideLayout7.xml" Type="http://schemas.openxmlformats.org/officeDocument/2006/relationships/slideLayout"/>
<Relationship Id="rId2" Target="../media/image1.png" Type="http://schemas.openxmlformats.org/officeDocument/2006/relationships/image"/>
<Relationship Id="rId3" Target="../media/image2.png" Type="http://schemas.openxmlformats.org/officeDocument/2006/relationships/image"/>
<Relationship Id="rId4" Target="../media/image3.png" Type="http://schemas.openxmlformats.org/officeDocument/2006/relationships/image"/>
<Relationship Id="rId5" Target="https://www.visionet.com" TargetMode="External" Type="http://schemas.openxmlformats.org/officeDocument/2006/relationships/hyperlink"/>
</Relationships>

</file>

<file path=ppt/slides/_rels/slide2.xml.rels><?xml version="1.0" encoding="UTF-8" standalone="no"?>
<Relationships xmlns="http://schemas.openxmlformats.org/package/2006/relationships">
<Relationship Id="rId1" Target="../slideLayouts/slideLayout7.xml" Type="http://schemas.openxmlformats.org/officeDocument/2006/relationships/slideLayout"/>
<Relationship Id="rId2" Target="../media/image2.png" Type="http://schemas.openxmlformats.org/officeDocument/2006/relationships/image"/>
<Relationship Id="rId3" Target="../media/image1.png" Type="http://schemas.openxmlformats.org/officeDocument/2006/relationships/image"/>
<Relationship Id="rId4" Target="../media/image4.png" Type="http://schemas.openxmlformats.org/officeDocument/2006/relationships/image"/>
<Relationship Id="rId5" Target="https://ollama.com/download" TargetMode="External" Type="http://schemas.openxmlformats.org/officeDocument/2006/relationships/hyperlink"/>
</Relationships>

</file>

<file path=ppt/slides/_rels/slide3.xml.rels><?xml version="1.0" encoding="UTF-8" standalone="no"?>
<Relationships xmlns="http://schemas.openxmlformats.org/package/2006/relationships">
<Relationship Id="rId1" Target="../slideLayouts/slideLayout7.xml" Type="http://schemas.openxmlformats.org/officeDocument/2006/relationships/slideLayout"/>
<Relationship Id="rId2" Target="../media/image2.png" Type="http://schemas.openxmlformats.org/officeDocument/2006/relationships/image"/>
<Relationship Id="rId3" Target="../media/image1.png" Type="http://schemas.openxmlformats.org/officeDocument/2006/relationships/image"/>
<Relationship Id="rId4" Target="../media/image5.png" Type="http://schemas.openxmlformats.org/officeDocument/2006/relationships/image"/>
<Relationship Id="rId5" Target="../media/image6.png" Type="http://schemas.openxmlformats.org/officeDocument/2006/relationships/image"/>
<Relationship Id="rId6" Target="../media/image7.png" Type="http://schemas.openxmlformats.org/officeDocument/2006/relationships/image"/>
</Relationships>

</file>

<file path=ppt/slides/_rels/slide4.xml.rels><?xml version="1.0" encoding="UTF-8" standalone="no"?>
<Relationships xmlns="http://schemas.openxmlformats.org/package/2006/relationships">
<Relationship Id="rId1" Target="../slideLayouts/slideLayout7.xml" Type="http://schemas.openxmlformats.org/officeDocument/2006/relationships/slideLayout"/>
<Relationship Id="rId2" Target="../media/image2.png" Type="http://schemas.openxmlformats.org/officeDocument/2006/relationships/image"/>
<Relationship Id="rId3" Target="../media/image1.png" Type="http://schemas.openxmlformats.org/officeDocument/2006/relationships/image"/>
<Relationship Id="rId4" Target="../media/image8.png" Type="http://schemas.openxmlformats.org/officeDocument/2006/relationships/image"/>
</Relationships>

</file>

<file path=ppt/slides/_rels/slide5.xml.rels><?xml version="1.0" encoding="UTF-8" standalone="no"?>
<Relationships xmlns="http://schemas.openxmlformats.org/package/2006/relationships">
<Relationship Id="rId1" Target="../slideLayouts/slideLayout7.xml" Type="http://schemas.openxmlformats.org/officeDocument/2006/relationships/slideLayout"/>
<Relationship Id="rId2" Target="../media/image2.png" Type="http://schemas.openxmlformats.org/officeDocument/2006/relationships/image"/>
<Relationship Id="rId3" Target="../media/image1.png" Type="http://schemas.openxmlformats.org/officeDocument/2006/relationships/image"/>
<Relationship Id="rId4" Target="../media/image9.png" Type="http://schemas.openxmlformats.org/officeDocument/2006/relationships/image"/>
</Relationships>

</file>

<file path=ppt/slides/_rels/slide6.xml.rels><?xml version="1.0" encoding="UTF-8" standalone="no"?>
<Relationships xmlns="http://schemas.openxmlformats.org/package/2006/relationships">
<Relationship Id="rId1" Target="../slideLayouts/slideLayout7.xml" Type="http://schemas.openxmlformats.org/officeDocument/2006/relationships/slideLayout"/>
<Relationship Id="rId2" Target="../media/image2.png" Type="http://schemas.openxmlformats.org/officeDocument/2006/relationships/image"/>
<Relationship Id="rId3" Target="../media/image1.png" Type="http://schemas.openxmlformats.org/officeDocument/2006/relationships/image"/>
<Relationship Id="rId4" Target="../media/image10.png" Type="http://schemas.openxmlformats.org/officeDocument/2006/relationships/image"/>
<Relationship Id="rId5" Target="../media/image6.png" Type="http://schemas.openxmlformats.org/officeDocument/2006/relationships/image"/>
<Relationship Id="rId6" Target="../media/image7.png" Type="http://schemas.openxmlformats.org/officeDocument/2006/relationships/image"/>
</Relationships>

</file>

<file path=ppt/slides/_rels/slide7.xml.rels><?xml version="1.0" encoding="UTF-8" standalone="no"?>
<Relationships xmlns="http://schemas.openxmlformats.org/package/2006/relationships">
<Relationship Id="rId1" Target="../slideLayouts/slideLayout7.xml" Type="http://schemas.openxmlformats.org/officeDocument/2006/relationships/slideLayout"/>
<Relationship Id="rId2" Target="../media/image2.png" Type="http://schemas.openxmlformats.org/officeDocument/2006/relationships/image"/>
<Relationship Id="rId3" Target="../media/image1.png" Type="http://schemas.openxmlformats.org/officeDocument/2006/relationships/image"/>
<Relationship Id="rId4" Target="../media/image11.png" Type="http://schemas.openxmlformats.org/officeDocument/2006/relationships/image"/>
<Relationship Id="rId5" Target="../media/image6.png" Type="http://schemas.openxmlformats.org/officeDocument/2006/relationships/image"/>
<Relationship Id="rId6" Target="../media/image7.png" Type="http://schemas.openxmlformats.org/officeDocument/2006/relationships/image"/>
</Relationships>

</file>

<file path=ppt/slides/_rels/slide8.xml.rels><?xml version="1.0" encoding="UTF-8" standalone="no"?>
<Relationships xmlns="http://schemas.openxmlformats.org/package/2006/relationships">
<Relationship Id="rId1" Target="../slideLayouts/slideLayout7.xml" Type="http://schemas.openxmlformats.org/officeDocument/2006/relationships/slideLayout"/>
<Relationship Id="rId2" Target="../media/image2.png" Type="http://schemas.openxmlformats.org/officeDocument/2006/relationships/image"/>
<Relationship Id="rId3" Target="../media/image1.png" Type="http://schemas.openxmlformats.org/officeDocument/2006/relationships/image"/>
<Relationship Id="rId4" Target="../media/image12.png" Type="http://schemas.openxmlformats.org/officeDocument/2006/relationships/image"/>
</Relationships>

</file>

<file path=ppt/slides/_rels/slide9.xml.rels><?xml version="1.0" encoding="UTF-8" standalone="no"?>
<Relationships xmlns="http://schemas.openxmlformats.org/package/2006/relationships">
<Relationship Id="rId1" Target="../slideLayouts/slideLayout7.xml" Type="http://schemas.openxmlformats.org/officeDocument/2006/relationships/slideLayout"/>
<Relationship Id="rId2" Target="../media/image2.png" Type="http://schemas.openxmlformats.org/officeDocument/2006/relationships/image"/>
<Relationship Id="rId3" Target="../media/image1.png" Type="http://schemas.openxmlformats.org/officeDocument/2006/relationships/image"/>
<Relationship Id="rId4" Target="../media/image13.png" Type="http://schemas.openxmlformats.org/officeDocument/2006/relationships/image"/>
</Relationships>

</file>

<file path=ppt/slides/_rels/slide10.xml.rels><?xml version="1.0" encoding="UTF-8" standalone="no"?>
<Relationships xmlns="http://schemas.openxmlformats.org/package/2006/relationships">
<Relationship Id="rId1" Target="../slideLayouts/slideLayout7.xml" Type="http://schemas.openxmlformats.org/officeDocument/2006/relationships/slideLayout"/>
<Relationship Id="rId2" Target="../media/image2.png" Type="http://schemas.openxmlformats.org/officeDocument/2006/relationships/image"/>
<Relationship Id="rId3" Target="../media/image1.png" Type="http://schemas.openxmlformats.org/officeDocument/2006/relationships/image"/>
<Relationship Id="rId4" Target="../media/image14.png" Type="http://schemas.openxmlformats.org/officeDocument/2006/relationships/image"/>
</Relationships>

</file>

<file path=ppt/slides/_rels/slide11.xml.rels><?xml version="1.0" encoding="UTF-8" standalone="no"?>
<Relationships xmlns="http://schemas.openxmlformats.org/package/2006/relationships">
<Relationship Id="rId1" Target="../slideLayouts/slideLayout7.xml" Type="http://schemas.openxmlformats.org/officeDocument/2006/relationships/slideLayout"/>
<Relationship Id="rId2" Target="../media/image2.png" Type="http://schemas.openxmlformats.org/officeDocument/2006/relationships/image"/>
<Relationship Id="rId3" Target="../media/image1.png" Type="http://schemas.openxmlformats.org/officeDocument/2006/relationships/image"/>
<Relationship Id="rId4" Target="../media/image15.png" Type="http://schemas.openxmlformats.org/officeDocument/2006/relationships/image"/>
</Relationships>

</file>

<file path=ppt/slides/_rels/slide12.xml.rels><?xml version="1.0" encoding="UTF-8" standalone="no"?>
<Relationships xmlns="http://schemas.openxmlformats.org/package/2006/relationships">
<Relationship Id="rId1" Target="../slideLayouts/slideLayout7.xml" Type="http://schemas.openxmlformats.org/officeDocument/2006/relationships/slideLayout"/>
<Relationship Id="rId2" Target="../media/image2.png" Type="http://schemas.openxmlformats.org/officeDocument/2006/relationships/image"/>
<Relationship Id="rId3" Target="../media/image1.png" Type="http://schemas.openxmlformats.org/officeDocument/2006/relationships/image"/>
<Relationship Id="rId4" Target="../media/image16.png" Type="http://schemas.openxmlformats.org/officeDocument/2006/relationships/image"/>
</Relationships>

</file>

<file path=ppt/slides/_rels/slide13.xml.rels><?xml version="1.0" encoding="UTF-8" standalone="no"?>
<Relationships xmlns="http://schemas.openxmlformats.org/package/2006/relationships">
<Relationship Id="rId1" Target="../slideLayouts/slideLayout7.xml" Type="http://schemas.openxmlformats.org/officeDocument/2006/relationships/slideLayout"/>
<Relationship Id="rId2" Target="../media/image2.png" Type="http://schemas.openxmlformats.org/officeDocument/2006/relationships/image"/>
<Relationship Id="rId3" Target="../media/image1.png" Type="http://schemas.openxmlformats.org/officeDocument/2006/relationships/image"/>
<Relationship Id="rId4" Target="../media/image17.png" Type="http://schemas.openxmlformats.org/officeDocument/2006/relationships/image"/>
</Relationships>

</file>

<file path=ppt/slides/_rels/slide14.xml.rels><?xml version="1.0" encoding="UTF-8" standalone="no"?>
<Relationships xmlns="http://schemas.openxmlformats.org/package/2006/relationships">
<Relationship Id="rId1" Target="../slideLayouts/slideLayout7.xml" Type="http://schemas.openxmlformats.org/officeDocument/2006/relationships/slideLayout"/>
<Relationship Id="rId2" Target="../media/image2.png" Type="http://schemas.openxmlformats.org/officeDocument/2006/relationships/image"/>
<Relationship Id="rId3" Target="../media/image1.png" Type="http://schemas.openxmlformats.org/officeDocument/2006/relationships/image"/>
<Relationship Id="rId4" Target="../media/image18.png" Type="http://schemas.openxmlformats.org/officeDocument/2006/relationships/image"/>
<Relationship Id="rId5" Target="../media/image3.png" Type="http://schemas.openxmlformats.org/officeDocument/2006/relationships/image"/>
</Relationships>

</file>

<file path=ppt/slides/_rels/slide15.xml.rels><?xml version="1.0" encoding="UTF-8" standalone="no"?>
<Relationships xmlns="http://schemas.openxmlformats.org/package/2006/relationships">
<Relationship Id="rId1" Target="../slideLayouts/slideLayout7.xml" Type="http://schemas.openxmlformats.org/officeDocument/2006/relationships/slideLayout"/>
<Relationship Id="rId2" Target="../media/image2.png" Type="http://schemas.openxmlformats.org/officeDocument/2006/relationships/image"/>
<Relationship Id="rId3" Target="../media/image1.png" Type="http://schemas.openxmlformats.org/officeDocument/2006/relationships/image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4367" y="8594705"/>
            <a:ext cx="425077" cy="42507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429463" y="8593190"/>
            <a:ext cx="293547" cy="29354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523754" y="3303170"/>
            <a:ext cx="1137437" cy="113743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661191" y="4368690"/>
            <a:ext cx="349058" cy="34905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418546" y="8807243"/>
            <a:ext cx="1971124" cy="197112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656179" y="407378"/>
            <a:ext cx="2123243" cy="953327"/>
          </a:xfrm>
          <a:custGeom>
            <a:avLst/>
            <a:gdLst/>
            <a:ahLst/>
            <a:cxnLst/>
            <a:rect r="r" b="b" t="t" l="l"/>
            <a:pathLst>
              <a:path h="953327" w="2123243">
                <a:moveTo>
                  <a:pt x="0" y="0"/>
                </a:moveTo>
                <a:lnTo>
                  <a:pt x="2123243" y="0"/>
                </a:lnTo>
                <a:lnTo>
                  <a:pt x="2123243" y="953326"/>
                </a:lnTo>
                <a:lnTo>
                  <a:pt x="0" y="9533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94" t="-12694" r="-1341" b="-31363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47532" y="407378"/>
            <a:ext cx="2007427" cy="872995"/>
          </a:xfrm>
          <a:custGeom>
            <a:avLst/>
            <a:gdLst/>
            <a:ahLst/>
            <a:cxnLst/>
            <a:rect r="r" b="b" t="t" l="l"/>
            <a:pathLst>
              <a:path h="872995" w="2007427">
                <a:moveTo>
                  <a:pt x="0" y="0"/>
                </a:moveTo>
                <a:lnTo>
                  <a:pt x="2007427" y="0"/>
                </a:lnTo>
                <a:lnTo>
                  <a:pt x="2007427" y="872994"/>
                </a:lnTo>
                <a:lnTo>
                  <a:pt x="0" y="8729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503" t="-44583" r="-8843" b="-1798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237972" y="2810377"/>
            <a:ext cx="1812056" cy="1870316"/>
          </a:xfrm>
          <a:custGeom>
            <a:avLst/>
            <a:gdLst/>
            <a:ahLst/>
            <a:cxnLst/>
            <a:rect r="r" b="b" t="t" l="l"/>
            <a:pathLst>
              <a:path h="1870316" w="1812056">
                <a:moveTo>
                  <a:pt x="0" y="0"/>
                </a:moveTo>
                <a:lnTo>
                  <a:pt x="1812056" y="0"/>
                </a:lnTo>
                <a:lnTo>
                  <a:pt x="1812056" y="1870316"/>
                </a:lnTo>
                <a:lnTo>
                  <a:pt x="0" y="18703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9948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340731" y="9148901"/>
            <a:ext cx="3606538" cy="247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5"/>
              </a:lnSpc>
            </a:pPr>
            <a:r>
              <a:rPr lang="en-US" sz="1861" spc="-98">
                <a:solidFill>
                  <a:srgbClr val="015D57"/>
                </a:solidFill>
                <a:latin typeface="Lexend Deca"/>
                <a:ea typeface="Lexend Deca"/>
                <a:cs typeface="Lexend Deca"/>
                <a:sym typeface="Lexend Deca"/>
                <a:hlinkClick r:id="rId5" tooltip="https://www.visionet.com"/>
              </a:rPr>
              <a:t>https://www.visionet.com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217684" y="4871193"/>
            <a:ext cx="9852632" cy="13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 spc="-76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Ollama Installation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84564" y="9301438"/>
            <a:ext cx="1971124" cy="19711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84564" y="8712272"/>
            <a:ext cx="1092056" cy="109205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47532" y="407378"/>
            <a:ext cx="2007427" cy="872995"/>
          </a:xfrm>
          <a:custGeom>
            <a:avLst/>
            <a:gdLst/>
            <a:ahLst/>
            <a:cxnLst/>
            <a:rect r="r" b="b" t="t" l="l"/>
            <a:pathLst>
              <a:path h="872995" w="2007427">
                <a:moveTo>
                  <a:pt x="0" y="0"/>
                </a:moveTo>
                <a:lnTo>
                  <a:pt x="2007427" y="0"/>
                </a:lnTo>
                <a:lnTo>
                  <a:pt x="2007427" y="872994"/>
                </a:lnTo>
                <a:lnTo>
                  <a:pt x="0" y="8729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03" t="-44583" r="-8843" b="-1798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56179" y="407378"/>
            <a:ext cx="2123243" cy="953327"/>
          </a:xfrm>
          <a:custGeom>
            <a:avLst/>
            <a:gdLst/>
            <a:ahLst/>
            <a:cxnLst/>
            <a:rect r="r" b="b" t="t" l="l"/>
            <a:pathLst>
              <a:path h="953327" w="2123243">
                <a:moveTo>
                  <a:pt x="0" y="0"/>
                </a:moveTo>
                <a:lnTo>
                  <a:pt x="2123243" y="0"/>
                </a:lnTo>
                <a:lnTo>
                  <a:pt x="2123243" y="953326"/>
                </a:lnTo>
                <a:lnTo>
                  <a:pt x="0" y="953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94" t="-12694" r="-1341" b="-3136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028367" y="3741486"/>
            <a:ext cx="12339644" cy="6062842"/>
          </a:xfrm>
          <a:custGeom>
            <a:avLst/>
            <a:gdLst/>
            <a:ahLst/>
            <a:cxnLst/>
            <a:rect r="r" b="b" t="t" l="l"/>
            <a:pathLst>
              <a:path h="6062842" w="12339644">
                <a:moveTo>
                  <a:pt x="0" y="0"/>
                </a:moveTo>
                <a:lnTo>
                  <a:pt x="12339644" y="0"/>
                </a:lnTo>
                <a:lnTo>
                  <a:pt x="12339644" y="6062842"/>
                </a:lnTo>
                <a:lnTo>
                  <a:pt x="0" y="60628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9261" r="0" b="-5224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48643" y="2307500"/>
            <a:ext cx="5924443" cy="361950"/>
            <a:chOff x="0" y="0"/>
            <a:chExt cx="7899258" cy="4826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20532"/>
              <a:ext cx="1909129" cy="503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</a:pPr>
              <a:r>
                <a:rPr lang="en-US" b="true" sz="2300" spc="147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Visit: 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706142" y="-104775"/>
              <a:ext cx="6193115" cy="587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79"/>
                </a:lnSpc>
              </a:pPr>
              <a:r>
                <a:rPr lang="en-US" b="true" sz="2400" u="sng">
                  <a:solidFill>
                    <a:srgbClr val="000000">
                      <a:alpha val="80000"/>
                    </a:srgbClr>
                  </a:solidFill>
                  <a:latin typeface="Open Sans Medium"/>
                  <a:ea typeface="Open Sans Medium"/>
                  <a:cs typeface="Open Sans Medium"/>
                  <a:sym typeface="Open Sans Medium"/>
                  <a:hlinkClick r:id="rId5" tooltip="https://ollama.com/download"/>
                </a:rPr>
                <a:t>https://ollama.com/download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743486" y="1519586"/>
            <a:ext cx="2569762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# 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48643" y="2793275"/>
            <a:ext cx="943281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>
                <a:solidFill>
                  <a:srgbClr val="000000">
                    <a:alpha val="80000"/>
                  </a:srgbClr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Click Download for your preferred OS type.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7532" y="407378"/>
            <a:ext cx="2007427" cy="872995"/>
          </a:xfrm>
          <a:custGeom>
            <a:avLst/>
            <a:gdLst/>
            <a:ahLst/>
            <a:cxnLst/>
            <a:rect r="r" b="b" t="t" l="l"/>
            <a:pathLst>
              <a:path h="872995" w="2007427">
                <a:moveTo>
                  <a:pt x="0" y="0"/>
                </a:moveTo>
                <a:lnTo>
                  <a:pt x="2007427" y="0"/>
                </a:lnTo>
                <a:lnTo>
                  <a:pt x="2007427" y="872994"/>
                </a:lnTo>
                <a:lnTo>
                  <a:pt x="0" y="8729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03" t="-44583" r="-8843" b="-1798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656179" y="407378"/>
            <a:ext cx="2123243" cy="953327"/>
          </a:xfrm>
          <a:custGeom>
            <a:avLst/>
            <a:gdLst/>
            <a:ahLst/>
            <a:cxnLst/>
            <a:rect r="r" b="b" t="t" l="l"/>
            <a:pathLst>
              <a:path h="953327" w="2123243">
                <a:moveTo>
                  <a:pt x="0" y="0"/>
                </a:moveTo>
                <a:lnTo>
                  <a:pt x="2123243" y="0"/>
                </a:lnTo>
                <a:lnTo>
                  <a:pt x="2123243" y="953326"/>
                </a:lnTo>
                <a:lnTo>
                  <a:pt x="0" y="953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94" t="-12694" r="-1341" b="-313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726988" y="3340707"/>
            <a:ext cx="7863840" cy="5960731"/>
          </a:xfrm>
          <a:custGeom>
            <a:avLst/>
            <a:gdLst/>
            <a:ahLst/>
            <a:cxnLst/>
            <a:rect r="r" b="b" t="t" l="l"/>
            <a:pathLst>
              <a:path h="5960731" w="7863840">
                <a:moveTo>
                  <a:pt x="0" y="0"/>
                </a:moveTo>
                <a:lnTo>
                  <a:pt x="7863840" y="0"/>
                </a:lnTo>
                <a:lnTo>
                  <a:pt x="7863840" y="5960731"/>
                </a:lnTo>
                <a:lnTo>
                  <a:pt x="0" y="59607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3088" t="-29944" r="-63494" b="-38201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297492" y="8777623"/>
            <a:ext cx="1073085" cy="403651"/>
            <a:chOff x="0" y="0"/>
            <a:chExt cx="167480" cy="629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7480" cy="62999"/>
            </a:xfrm>
            <a:custGeom>
              <a:avLst/>
              <a:gdLst/>
              <a:ahLst/>
              <a:cxnLst/>
              <a:rect r="r" b="b" t="t" l="l"/>
              <a:pathLst>
                <a:path h="62999" w="167480">
                  <a:moveTo>
                    <a:pt x="0" y="0"/>
                  </a:moveTo>
                  <a:lnTo>
                    <a:pt x="167480" y="0"/>
                  </a:lnTo>
                  <a:lnTo>
                    <a:pt x="167480" y="62999"/>
                  </a:lnTo>
                  <a:lnTo>
                    <a:pt x="0" y="62999"/>
                  </a:lnTo>
                  <a:close/>
                </a:path>
              </a:pathLst>
            </a:custGeom>
            <a:ln w="1905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67480" cy="91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05353" y="9038570"/>
            <a:ext cx="439459" cy="439459"/>
            <a:chOff x="0" y="0"/>
            <a:chExt cx="585946" cy="5859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85946" cy="585946"/>
            </a:xfrm>
            <a:custGeom>
              <a:avLst/>
              <a:gdLst/>
              <a:ahLst/>
              <a:cxnLst/>
              <a:rect r="r" b="b" t="t" l="l"/>
              <a:pathLst>
                <a:path h="585946" w="585946">
                  <a:moveTo>
                    <a:pt x="0" y="0"/>
                  </a:moveTo>
                  <a:lnTo>
                    <a:pt x="585946" y="0"/>
                  </a:lnTo>
                  <a:lnTo>
                    <a:pt x="585946" y="585946"/>
                  </a:lnTo>
                  <a:lnTo>
                    <a:pt x="0" y="58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85946" cy="585946"/>
            </a:xfrm>
            <a:custGeom>
              <a:avLst/>
              <a:gdLst/>
              <a:ahLst/>
              <a:cxnLst/>
              <a:rect r="r" b="b" t="t" l="l"/>
              <a:pathLst>
                <a:path h="585946" w="585946">
                  <a:moveTo>
                    <a:pt x="0" y="0"/>
                  </a:moveTo>
                  <a:lnTo>
                    <a:pt x="585946" y="0"/>
                  </a:lnTo>
                  <a:lnTo>
                    <a:pt x="585946" y="585946"/>
                  </a:lnTo>
                  <a:lnTo>
                    <a:pt x="0" y="58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148643" y="2289720"/>
            <a:ext cx="8772685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1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Open the installer.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1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Press Install and the installization will begin.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43486" y="1519586"/>
            <a:ext cx="2569762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# 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684564" y="9301438"/>
            <a:ext cx="1971124" cy="197112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684564" y="8712272"/>
            <a:ext cx="1092056" cy="109205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84564" y="9301438"/>
            <a:ext cx="1971124" cy="19711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84564" y="8712272"/>
            <a:ext cx="1092056" cy="109205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47532" y="407378"/>
            <a:ext cx="2007427" cy="872995"/>
          </a:xfrm>
          <a:custGeom>
            <a:avLst/>
            <a:gdLst/>
            <a:ahLst/>
            <a:cxnLst/>
            <a:rect r="r" b="b" t="t" l="l"/>
            <a:pathLst>
              <a:path h="872995" w="2007427">
                <a:moveTo>
                  <a:pt x="0" y="0"/>
                </a:moveTo>
                <a:lnTo>
                  <a:pt x="2007427" y="0"/>
                </a:lnTo>
                <a:lnTo>
                  <a:pt x="2007427" y="872994"/>
                </a:lnTo>
                <a:lnTo>
                  <a:pt x="0" y="8729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03" t="-44583" r="-8843" b="-1798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56179" y="407378"/>
            <a:ext cx="2123243" cy="953327"/>
          </a:xfrm>
          <a:custGeom>
            <a:avLst/>
            <a:gdLst/>
            <a:ahLst/>
            <a:cxnLst/>
            <a:rect r="r" b="b" t="t" l="l"/>
            <a:pathLst>
              <a:path h="953327" w="2123243">
                <a:moveTo>
                  <a:pt x="0" y="0"/>
                </a:moveTo>
                <a:lnTo>
                  <a:pt x="2123243" y="0"/>
                </a:lnTo>
                <a:lnTo>
                  <a:pt x="2123243" y="953326"/>
                </a:lnTo>
                <a:lnTo>
                  <a:pt x="0" y="953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94" t="-12694" r="-1341" b="-3136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240496" y="3214102"/>
            <a:ext cx="7807008" cy="6044198"/>
          </a:xfrm>
          <a:custGeom>
            <a:avLst/>
            <a:gdLst/>
            <a:ahLst/>
            <a:cxnLst/>
            <a:rect r="r" b="b" t="t" l="l"/>
            <a:pathLst>
              <a:path h="6044198" w="7807008">
                <a:moveTo>
                  <a:pt x="0" y="0"/>
                </a:moveTo>
                <a:lnTo>
                  <a:pt x="7807008" y="0"/>
                </a:lnTo>
                <a:lnTo>
                  <a:pt x="7807008" y="6044198"/>
                </a:lnTo>
                <a:lnTo>
                  <a:pt x="0" y="60441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3182" t="-27820" r="-63558" b="-36918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48643" y="2289720"/>
            <a:ext cx="795321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1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Wait for it get installed.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43486" y="1519586"/>
            <a:ext cx="2569762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# 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84564" y="9301438"/>
            <a:ext cx="1971124" cy="19711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84564" y="8712272"/>
            <a:ext cx="1092056" cy="109205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47532" y="407378"/>
            <a:ext cx="2007427" cy="872995"/>
          </a:xfrm>
          <a:custGeom>
            <a:avLst/>
            <a:gdLst/>
            <a:ahLst/>
            <a:cxnLst/>
            <a:rect r="r" b="b" t="t" l="l"/>
            <a:pathLst>
              <a:path h="872995" w="2007427">
                <a:moveTo>
                  <a:pt x="0" y="0"/>
                </a:moveTo>
                <a:lnTo>
                  <a:pt x="2007427" y="0"/>
                </a:lnTo>
                <a:lnTo>
                  <a:pt x="2007427" y="872994"/>
                </a:lnTo>
                <a:lnTo>
                  <a:pt x="0" y="8729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03" t="-44583" r="-8843" b="-1798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56179" y="407378"/>
            <a:ext cx="2123243" cy="953327"/>
          </a:xfrm>
          <a:custGeom>
            <a:avLst/>
            <a:gdLst/>
            <a:ahLst/>
            <a:cxnLst/>
            <a:rect r="r" b="b" t="t" l="l"/>
            <a:pathLst>
              <a:path h="953327" w="2123243">
                <a:moveTo>
                  <a:pt x="0" y="0"/>
                </a:moveTo>
                <a:lnTo>
                  <a:pt x="2123243" y="0"/>
                </a:lnTo>
                <a:lnTo>
                  <a:pt x="2123243" y="953326"/>
                </a:lnTo>
                <a:lnTo>
                  <a:pt x="0" y="953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94" t="-12694" r="-1341" b="-3136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659723" y="3105060"/>
            <a:ext cx="8968554" cy="7361465"/>
          </a:xfrm>
          <a:custGeom>
            <a:avLst/>
            <a:gdLst/>
            <a:ahLst/>
            <a:cxnLst/>
            <a:rect r="r" b="b" t="t" l="l"/>
            <a:pathLst>
              <a:path h="7361465" w="8968554">
                <a:moveTo>
                  <a:pt x="0" y="0"/>
                </a:moveTo>
                <a:lnTo>
                  <a:pt x="8968554" y="0"/>
                </a:lnTo>
                <a:lnTo>
                  <a:pt x="8968554" y="7361465"/>
                </a:lnTo>
                <a:lnTo>
                  <a:pt x="0" y="7361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7032" t="-24398" r="-55726" b="-2140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48643" y="2289720"/>
            <a:ext cx="8091346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1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After successful installation this will appear.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1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It will display all the model’s available.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43486" y="1519586"/>
            <a:ext cx="2569762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# 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84564" y="9301438"/>
            <a:ext cx="1971124" cy="19711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84564" y="8712272"/>
            <a:ext cx="1092056" cy="109205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47532" y="407378"/>
            <a:ext cx="2007427" cy="872995"/>
          </a:xfrm>
          <a:custGeom>
            <a:avLst/>
            <a:gdLst/>
            <a:ahLst/>
            <a:cxnLst/>
            <a:rect r="r" b="b" t="t" l="l"/>
            <a:pathLst>
              <a:path h="872995" w="2007427">
                <a:moveTo>
                  <a:pt x="0" y="0"/>
                </a:moveTo>
                <a:lnTo>
                  <a:pt x="2007427" y="0"/>
                </a:lnTo>
                <a:lnTo>
                  <a:pt x="2007427" y="872994"/>
                </a:lnTo>
                <a:lnTo>
                  <a:pt x="0" y="8729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03" t="-44583" r="-8843" b="-1798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56179" y="407378"/>
            <a:ext cx="2123243" cy="953327"/>
          </a:xfrm>
          <a:custGeom>
            <a:avLst/>
            <a:gdLst/>
            <a:ahLst/>
            <a:cxnLst/>
            <a:rect r="r" b="b" t="t" l="l"/>
            <a:pathLst>
              <a:path h="953327" w="2123243">
                <a:moveTo>
                  <a:pt x="0" y="0"/>
                </a:moveTo>
                <a:lnTo>
                  <a:pt x="2123243" y="0"/>
                </a:lnTo>
                <a:lnTo>
                  <a:pt x="2123243" y="953326"/>
                </a:lnTo>
                <a:lnTo>
                  <a:pt x="0" y="953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94" t="-12694" r="-1341" b="-3136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382029" y="3105060"/>
            <a:ext cx="11523941" cy="6885555"/>
          </a:xfrm>
          <a:custGeom>
            <a:avLst/>
            <a:gdLst/>
            <a:ahLst/>
            <a:cxnLst/>
            <a:rect r="r" b="b" t="t" l="l"/>
            <a:pathLst>
              <a:path h="6885555" w="11523941">
                <a:moveTo>
                  <a:pt x="0" y="0"/>
                </a:moveTo>
                <a:lnTo>
                  <a:pt x="11523942" y="0"/>
                </a:lnTo>
                <a:lnTo>
                  <a:pt x="11523942" y="6885555"/>
                </a:lnTo>
                <a:lnTo>
                  <a:pt x="0" y="6885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48643" y="2289720"/>
            <a:ext cx="1007813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1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You can simply chat here by pressing new chat button.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43486" y="1519586"/>
            <a:ext cx="2569762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# 5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002601" y="4277518"/>
            <a:ext cx="2059885" cy="317417"/>
            <a:chOff x="0" y="0"/>
            <a:chExt cx="321494" cy="495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1494" cy="49540"/>
            </a:xfrm>
            <a:custGeom>
              <a:avLst/>
              <a:gdLst/>
              <a:ahLst/>
              <a:cxnLst/>
              <a:rect r="r" b="b" t="t" l="l"/>
              <a:pathLst>
                <a:path h="49540" w="321494">
                  <a:moveTo>
                    <a:pt x="0" y="0"/>
                  </a:moveTo>
                  <a:lnTo>
                    <a:pt x="321494" y="0"/>
                  </a:lnTo>
                  <a:lnTo>
                    <a:pt x="321494" y="49540"/>
                  </a:lnTo>
                  <a:lnTo>
                    <a:pt x="0" y="49540"/>
                  </a:lnTo>
                  <a:close/>
                </a:path>
              </a:pathLst>
            </a:custGeom>
            <a:ln w="1905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321494" cy="78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032543" y="4436226"/>
            <a:ext cx="439459" cy="439459"/>
            <a:chOff x="0" y="0"/>
            <a:chExt cx="585946" cy="58594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85946" cy="585946"/>
            </a:xfrm>
            <a:custGeom>
              <a:avLst/>
              <a:gdLst/>
              <a:ahLst/>
              <a:cxnLst/>
              <a:rect r="r" b="b" t="t" l="l"/>
              <a:pathLst>
                <a:path h="585946" w="585946">
                  <a:moveTo>
                    <a:pt x="0" y="0"/>
                  </a:moveTo>
                  <a:lnTo>
                    <a:pt x="585946" y="0"/>
                  </a:lnTo>
                  <a:lnTo>
                    <a:pt x="585946" y="585946"/>
                  </a:lnTo>
                  <a:lnTo>
                    <a:pt x="0" y="58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85946" cy="585946"/>
            </a:xfrm>
            <a:custGeom>
              <a:avLst/>
              <a:gdLst/>
              <a:ahLst/>
              <a:cxnLst/>
              <a:rect r="r" b="b" t="t" l="l"/>
              <a:pathLst>
                <a:path h="585946" w="585946">
                  <a:moveTo>
                    <a:pt x="0" y="0"/>
                  </a:moveTo>
                  <a:lnTo>
                    <a:pt x="585946" y="0"/>
                  </a:lnTo>
                  <a:lnTo>
                    <a:pt x="585946" y="585946"/>
                  </a:lnTo>
                  <a:lnTo>
                    <a:pt x="0" y="58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84564" y="9301438"/>
            <a:ext cx="1971124" cy="19711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84564" y="8712272"/>
            <a:ext cx="1092056" cy="109205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47532" y="407378"/>
            <a:ext cx="2007427" cy="872995"/>
          </a:xfrm>
          <a:custGeom>
            <a:avLst/>
            <a:gdLst/>
            <a:ahLst/>
            <a:cxnLst/>
            <a:rect r="r" b="b" t="t" l="l"/>
            <a:pathLst>
              <a:path h="872995" w="2007427">
                <a:moveTo>
                  <a:pt x="0" y="0"/>
                </a:moveTo>
                <a:lnTo>
                  <a:pt x="2007427" y="0"/>
                </a:lnTo>
                <a:lnTo>
                  <a:pt x="2007427" y="872994"/>
                </a:lnTo>
                <a:lnTo>
                  <a:pt x="0" y="8729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03" t="-44583" r="-8843" b="-1798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56179" y="407378"/>
            <a:ext cx="2123243" cy="953327"/>
          </a:xfrm>
          <a:custGeom>
            <a:avLst/>
            <a:gdLst/>
            <a:ahLst/>
            <a:cxnLst/>
            <a:rect r="r" b="b" t="t" l="l"/>
            <a:pathLst>
              <a:path h="953327" w="2123243">
                <a:moveTo>
                  <a:pt x="0" y="0"/>
                </a:moveTo>
                <a:lnTo>
                  <a:pt x="2123243" y="0"/>
                </a:lnTo>
                <a:lnTo>
                  <a:pt x="2123243" y="953326"/>
                </a:lnTo>
                <a:lnTo>
                  <a:pt x="0" y="953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94" t="-12694" r="-1341" b="-3136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83391" y="2685960"/>
            <a:ext cx="11321218" cy="6821034"/>
          </a:xfrm>
          <a:custGeom>
            <a:avLst/>
            <a:gdLst/>
            <a:ahLst/>
            <a:cxnLst/>
            <a:rect r="r" b="b" t="t" l="l"/>
            <a:pathLst>
              <a:path h="6821034" w="11321218">
                <a:moveTo>
                  <a:pt x="0" y="0"/>
                </a:moveTo>
                <a:lnTo>
                  <a:pt x="11321218" y="0"/>
                </a:lnTo>
                <a:lnTo>
                  <a:pt x="11321218" y="6821034"/>
                </a:lnTo>
                <a:lnTo>
                  <a:pt x="0" y="68210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955154" y="4135814"/>
            <a:ext cx="2509095" cy="3338612"/>
            <a:chOff x="0" y="0"/>
            <a:chExt cx="391604" cy="5210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91604" cy="521070"/>
            </a:xfrm>
            <a:custGeom>
              <a:avLst/>
              <a:gdLst/>
              <a:ahLst/>
              <a:cxnLst/>
              <a:rect r="r" b="b" t="t" l="l"/>
              <a:pathLst>
                <a:path h="521070" w="391604">
                  <a:moveTo>
                    <a:pt x="0" y="0"/>
                  </a:moveTo>
                  <a:lnTo>
                    <a:pt x="391604" y="0"/>
                  </a:lnTo>
                  <a:lnTo>
                    <a:pt x="391604" y="521070"/>
                  </a:lnTo>
                  <a:lnTo>
                    <a:pt x="0" y="521070"/>
                  </a:lnTo>
                  <a:close/>
                </a:path>
              </a:pathLst>
            </a:custGeom>
            <a:ln w="1905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391604" cy="549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633171" y="7254696"/>
            <a:ext cx="439459" cy="439459"/>
            <a:chOff x="0" y="0"/>
            <a:chExt cx="585946" cy="58594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85946" cy="585946"/>
            </a:xfrm>
            <a:custGeom>
              <a:avLst/>
              <a:gdLst/>
              <a:ahLst/>
              <a:cxnLst/>
              <a:rect r="r" b="b" t="t" l="l"/>
              <a:pathLst>
                <a:path h="585946" w="585946">
                  <a:moveTo>
                    <a:pt x="0" y="0"/>
                  </a:moveTo>
                  <a:lnTo>
                    <a:pt x="585946" y="0"/>
                  </a:lnTo>
                  <a:lnTo>
                    <a:pt x="585946" y="585946"/>
                  </a:lnTo>
                  <a:lnTo>
                    <a:pt x="0" y="58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85946" cy="585946"/>
            </a:xfrm>
            <a:custGeom>
              <a:avLst/>
              <a:gdLst/>
              <a:ahLst/>
              <a:cxnLst/>
              <a:rect r="r" b="b" t="t" l="l"/>
              <a:pathLst>
                <a:path h="585946" w="585946">
                  <a:moveTo>
                    <a:pt x="0" y="0"/>
                  </a:moveTo>
                  <a:lnTo>
                    <a:pt x="585946" y="0"/>
                  </a:lnTo>
                  <a:lnTo>
                    <a:pt x="585946" y="585946"/>
                  </a:lnTo>
                  <a:lnTo>
                    <a:pt x="0" y="58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148643" y="2289720"/>
            <a:ext cx="1007813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1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You can simply chat here by pressing new chat button.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43486" y="1519586"/>
            <a:ext cx="2569762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# 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84564" y="9301438"/>
            <a:ext cx="1971124" cy="19711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84564" y="8712272"/>
            <a:ext cx="1092056" cy="109205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47532" y="407378"/>
            <a:ext cx="2007427" cy="872995"/>
          </a:xfrm>
          <a:custGeom>
            <a:avLst/>
            <a:gdLst/>
            <a:ahLst/>
            <a:cxnLst/>
            <a:rect r="r" b="b" t="t" l="l"/>
            <a:pathLst>
              <a:path h="872995" w="2007427">
                <a:moveTo>
                  <a:pt x="0" y="0"/>
                </a:moveTo>
                <a:lnTo>
                  <a:pt x="2007427" y="0"/>
                </a:lnTo>
                <a:lnTo>
                  <a:pt x="2007427" y="872994"/>
                </a:lnTo>
                <a:lnTo>
                  <a:pt x="0" y="8729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03" t="-44583" r="-8843" b="-1798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56179" y="407378"/>
            <a:ext cx="2123243" cy="953327"/>
          </a:xfrm>
          <a:custGeom>
            <a:avLst/>
            <a:gdLst/>
            <a:ahLst/>
            <a:cxnLst/>
            <a:rect r="r" b="b" t="t" l="l"/>
            <a:pathLst>
              <a:path h="953327" w="2123243">
                <a:moveTo>
                  <a:pt x="0" y="0"/>
                </a:moveTo>
                <a:lnTo>
                  <a:pt x="2123243" y="0"/>
                </a:lnTo>
                <a:lnTo>
                  <a:pt x="2123243" y="953326"/>
                </a:lnTo>
                <a:lnTo>
                  <a:pt x="0" y="953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94" t="-12694" r="-1341" b="-3136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62607" y="2685960"/>
            <a:ext cx="11362787" cy="6959707"/>
          </a:xfrm>
          <a:custGeom>
            <a:avLst/>
            <a:gdLst/>
            <a:ahLst/>
            <a:cxnLst/>
            <a:rect r="r" b="b" t="t" l="l"/>
            <a:pathLst>
              <a:path h="6959707" w="11362787">
                <a:moveTo>
                  <a:pt x="0" y="0"/>
                </a:moveTo>
                <a:lnTo>
                  <a:pt x="11362786" y="0"/>
                </a:lnTo>
                <a:lnTo>
                  <a:pt x="11362786" y="6959707"/>
                </a:lnTo>
                <a:lnTo>
                  <a:pt x="0" y="69597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48643" y="2289720"/>
            <a:ext cx="1007813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1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Now chat with it by typing your prompt.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43486" y="1519586"/>
            <a:ext cx="2569762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# 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84564" y="9301438"/>
            <a:ext cx="1971124" cy="19711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84564" y="8712272"/>
            <a:ext cx="1092056" cy="109205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47532" y="407378"/>
            <a:ext cx="2007427" cy="872995"/>
          </a:xfrm>
          <a:custGeom>
            <a:avLst/>
            <a:gdLst/>
            <a:ahLst/>
            <a:cxnLst/>
            <a:rect r="r" b="b" t="t" l="l"/>
            <a:pathLst>
              <a:path h="872995" w="2007427">
                <a:moveTo>
                  <a:pt x="0" y="0"/>
                </a:moveTo>
                <a:lnTo>
                  <a:pt x="2007427" y="0"/>
                </a:lnTo>
                <a:lnTo>
                  <a:pt x="2007427" y="872994"/>
                </a:lnTo>
                <a:lnTo>
                  <a:pt x="0" y="8729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03" t="-44583" r="-8843" b="-1798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56179" y="407378"/>
            <a:ext cx="2123243" cy="953327"/>
          </a:xfrm>
          <a:custGeom>
            <a:avLst/>
            <a:gdLst/>
            <a:ahLst/>
            <a:cxnLst/>
            <a:rect r="r" b="b" t="t" l="l"/>
            <a:pathLst>
              <a:path h="953327" w="2123243">
                <a:moveTo>
                  <a:pt x="0" y="0"/>
                </a:moveTo>
                <a:lnTo>
                  <a:pt x="2123243" y="0"/>
                </a:lnTo>
                <a:lnTo>
                  <a:pt x="2123243" y="953326"/>
                </a:lnTo>
                <a:lnTo>
                  <a:pt x="0" y="953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94" t="-12694" r="-1341" b="-3136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111638" y="3234250"/>
            <a:ext cx="10064724" cy="6214471"/>
          </a:xfrm>
          <a:custGeom>
            <a:avLst/>
            <a:gdLst/>
            <a:ahLst/>
            <a:cxnLst/>
            <a:rect r="r" b="b" t="t" l="l"/>
            <a:pathLst>
              <a:path h="6214471" w="10064724">
                <a:moveTo>
                  <a:pt x="0" y="0"/>
                </a:moveTo>
                <a:lnTo>
                  <a:pt x="10064724" y="0"/>
                </a:lnTo>
                <a:lnTo>
                  <a:pt x="10064724" y="6214471"/>
                </a:lnTo>
                <a:lnTo>
                  <a:pt x="0" y="62144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0872" t="-19054" r="-25337" b="-23253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536044" y="4569347"/>
            <a:ext cx="2340007" cy="448458"/>
            <a:chOff x="0" y="0"/>
            <a:chExt cx="365214" cy="6999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5214" cy="69993"/>
            </a:xfrm>
            <a:custGeom>
              <a:avLst/>
              <a:gdLst/>
              <a:ahLst/>
              <a:cxnLst/>
              <a:rect r="r" b="b" t="t" l="l"/>
              <a:pathLst>
                <a:path h="69993" w="365214">
                  <a:moveTo>
                    <a:pt x="0" y="0"/>
                  </a:moveTo>
                  <a:lnTo>
                    <a:pt x="365214" y="0"/>
                  </a:lnTo>
                  <a:lnTo>
                    <a:pt x="365214" y="69993"/>
                  </a:lnTo>
                  <a:lnTo>
                    <a:pt x="0" y="69993"/>
                  </a:lnTo>
                  <a:close/>
                </a:path>
              </a:pathLst>
            </a:custGeom>
            <a:ln w="1905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365214" cy="98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148643" y="2289720"/>
            <a:ext cx="1171935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1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 we can do it through Command Prompt or PowerShell.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43486" y="1519586"/>
            <a:ext cx="2569762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# 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48643" y="2742760"/>
            <a:ext cx="1171935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1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Open Command Prompt or PowerShel</a:t>
            </a:r>
            <a:r>
              <a:rPr lang="en-US" sz="2400" spc="1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 and</a:t>
            </a:r>
            <a:r>
              <a:rPr lang="en-US" sz="2400" spc="1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run:</a:t>
            </a:r>
            <a:r>
              <a:rPr lang="en-US" sz="2400" spc="1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true" sz="2400" spc="15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ollama --version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48643" y="3196150"/>
            <a:ext cx="1171935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1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If installed correct</a:t>
            </a:r>
            <a:r>
              <a:rPr lang="en-US" sz="2400" spc="1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ly,</a:t>
            </a:r>
            <a:r>
              <a:rPr lang="en-US" sz="2400" spc="1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it</a:t>
            </a:r>
            <a:r>
              <a:rPr lang="en-US" sz="2400" spc="1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will</a:t>
            </a:r>
            <a:r>
              <a:rPr lang="en-US" sz="2400" spc="1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show</a:t>
            </a:r>
            <a:r>
              <a:rPr lang="en-US" sz="2400" spc="1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version</a:t>
            </a:r>
            <a:r>
              <a:rPr lang="en-US" sz="2400" spc="1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info.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84564" y="9301438"/>
            <a:ext cx="1971124" cy="19711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84564" y="8712272"/>
            <a:ext cx="1092056" cy="109205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47532" y="407378"/>
            <a:ext cx="2007427" cy="872995"/>
          </a:xfrm>
          <a:custGeom>
            <a:avLst/>
            <a:gdLst/>
            <a:ahLst/>
            <a:cxnLst/>
            <a:rect r="r" b="b" t="t" l="l"/>
            <a:pathLst>
              <a:path h="872995" w="2007427">
                <a:moveTo>
                  <a:pt x="0" y="0"/>
                </a:moveTo>
                <a:lnTo>
                  <a:pt x="2007427" y="0"/>
                </a:lnTo>
                <a:lnTo>
                  <a:pt x="2007427" y="872994"/>
                </a:lnTo>
                <a:lnTo>
                  <a:pt x="0" y="8729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03" t="-44583" r="-8843" b="-1798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56179" y="407378"/>
            <a:ext cx="2123243" cy="953327"/>
          </a:xfrm>
          <a:custGeom>
            <a:avLst/>
            <a:gdLst/>
            <a:ahLst/>
            <a:cxnLst/>
            <a:rect r="r" b="b" t="t" l="l"/>
            <a:pathLst>
              <a:path h="953327" w="2123243">
                <a:moveTo>
                  <a:pt x="0" y="0"/>
                </a:moveTo>
                <a:lnTo>
                  <a:pt x="2123243" y="0"/>
                </a:lnTo>
                <a:lnTo>
                  <a:pt x="2123243" y="953326"/>
                </a:lnTo>
                <a:lnTo>
                  <a:pt x="0" y="953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94" t="-12694" r="-1341" b="-3136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064134" y="3743235"/>
            <a:ext cx="10159732" cy="5763439"/>
          </a:xfrm>
          <a:custGeom>
            <a:avLst/>
            <a:gdLst/>
            <a:ahLst/>
            <a:cxnLst/>
            <a:rect r="r" b="b" t="t" l="l"/>
            <a:pathLst>
              <a:path h="5763439" w="10159732">
                <a:moveTo>
                  <a:pt x="0" y="0"/>
                </a:moveTo>
                <a:lnTo>
                  <a:pt x="10159732" y="0"/>
                </a:lnTo>
                <a:lnTo>
                  <a:pt x="10159732" y="5763439"/>
                </a:lnTo>
                <a:lnTo>
                  <a:pt x="0" y="576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267" t="-16337" r="-63469" b="-5494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48643" y="2289720"/>
            <a:ext cx="12075224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1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 Command Prompt or PowerShell desired model.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1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Type: </a:t>
            </a:r>
            <a:r>
              <a:rPr lang="en-US" b="true" sz="2400" spc="15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ollama run {model_name}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1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 this case, we have installed </a:t>
            </a:r>
            <a:r>
              <a:rPr lang="en-US" b="true" sz="2400" spc="15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llama3</a:t>
            </a:r>
            <a:r>
              <a:rPr lang="en-US" sz="2400" spc="1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43486" y="1519586"/>
            <a:ext cx="2569762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# 6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261914" y="4594768"/>
            <a:ext cx="1551407" cy="403651"/>
            <a:chOff x="0" y="0"/>
            <a:chExt cx="242134" cy="629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2134" cy="62999"/>
            </a:xfrm>
            <a:custGeom>
              <a:avLst/>
              <a:gdLst/>
              <a:ahLst/>
              <a:cxnLst/>
              <a:rect r="r" b="b" t="t" l="l"/>
              <a:pathLst>
                <a:path h="62999" w="242134">
                  <a:moveTo>
                    <a:pt x="0" y="0"/>
                  </a:moveTo>
                  <a:lnTo>
                    <a:pt x="242134" y="0"/>
                  </a:lnTo>
                  <a:lnTo>
                    <a:pt x="242134" y="62999"/>
                  </a:lnTo>
                  <a:lnTo>
                    <a:pt x="0" y="62999"/>
                  </a:lnTo>
                  <a:close/>
                </a:path>
              </a:pathLst>
            </a:custGeom>
            <a:ln w="1905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42134" cy="91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84564" y="9301438"/>
            <a:ext cx="1971124" cy="19711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84564" y="8712272"/>
            <a:ext cx="1092056" cy="109205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47532" y="407378"/>
            <a:ext cx="2007427" cy="872995"/>
          </a:xfrm>
          <a:custGeom>
            <a:avLst/>
            <a:gdLst/>
            <a:ahLst/>
            <a:cxnLst/>
            <a:rect r="r" b="b" t="t" l="l"/>
            <a:pathLst>
              <a:path h="872995" w="2007427">
                <a:moveTo>
                  <a:pt x="0" y="0"/>
                </a:moveTo>
                <a:lnTo>
                  <a:pt x="2007427" y="0"/>
                </a:lnTo>
                <a:lnTo>
                  <a:pt x="2007427" y="872994"/>
                </a:lnTo>
                <a:lnTo>
                  <a:pt x="0" y="8729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03" t="-44583" r="-8843" b="-1798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56179" y="407378"/>
            <a:ext cx="2123243" cy="953327"/>
          </a:xfrm>
          <a:custGeom>
            <a:avLst/>
            <a:gdLst/>
            <a:ahLst/>
            <a:cxnLst/>
            <a:rect r="r" b="b" t="t" l="l"/>
            <a:pathLst>
              <a:path h="953327" w="2123243">
                <a:moveTo>
                  <a:pt x="0" y="0"/>
                </a:moveTo>
                <a:lnTo>
                  <a:pt x="2123243" y="0"/>
                </a:lnTo>
                <a:lnTo>
                  <a:pt x="2123243" y="953326"/>
                </a:lnTo>
                <a:lnTo>
                  <a:pt x="0" y="953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94" t="-12694" r="-1341" b="-3136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776428" y="2935171"/>
            <a:ext cx="10735143" cy="6366267"/>
          </a:xfrm>
          <a:custGeom>
            <a:avLst/>
            <a:gdLst/>
            <a:ahLst/>
            <a:cxnLst/>
            <a:rect r="r" b="b" t="t" l="l"/>
            <a:pathLst>
              <a:path h="6366267" w="10735143">
                <a:moveTo>
                  <a:pt x="0" y="0"/>
                </a:moveTo>
                <a:lnTo>
                  <a:pt x="10735144" y="0"/>
                </a:lnTo>
                <a:lnTo>
                  <a:pt x="10735144" y="6366267"/>
                </a:lnTo>
                <a:lnTo>
                  <a:pt x="0" y="6366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414" t="-21965" r="-25328" b="-21965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48643" y="2289720"/>
            <a:ext cx="10759259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1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Wait for it to download all the necessary resources.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43486" y="1519586"/>
            <a:ext cx="2569762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# 7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84564" y="9301438"/>
            <a:ext cx="1971124" cy="19711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84564" y="8712272"/>
            <a:ext cx="1092056" cy="109205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47532" y="407378"/>
            <a:ext cx="2007427" cy="872995"/>
          </a:xfrm>
          <a:custGeom>
            <a:avLst/>
            <a:gdLst/>
            <a:ahLst/>
            <a:cxnLst/>
            <a:rect r="r" b="b" t="t" l="l"/>
            <a:pathLst>
              <a:path h="872995" w="2007427">
                <a:moveTo>
                  <a:pt x="0" y="0"/>
                </a:moveTo>
                <a:lnTo>
                  <a:pt x="2007427" y="0"/>
                </a:lnTo>
                <a:lnTo>
                  <a:pt x="2007427" y="872994"/>
                </a:lnTo>
                <a:lnTo>
                  <a:pt x="0" y="8729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03" t="-44583" r="-8843" b="-1798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56179" y="407378"/>
            <a:ext cx="2123243" cy="953327"/>
          </a:xfrm>
          <a:custGeom>
            <a:avLst/>
            <a:gdLst/>
            <a:ahLst/>
            <a:cxnLst/>
            <a:rect r="r" b="b" t="t" l="l"/>
            <a:pathLst>
              <a:path h="953327" w="2123243">
                <a:moveTo>
                  <a:pt x="0" y="0"/>
                </a:moveTo>
                <a:lnTo>
                  <a:pt x="2123243" y="0"/>
                </a:lnTo>
                <a:lnTo>
                  <a:pt x="2123243" y="953326"/>
                </a:lnTo>
                <a:lnTo>
                  <a:pt x="0" y="953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94" t="-12694" r="-1341" b="-3136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654306" y="2669450"/>
            <a:ext cx="10979387" cy="6648665"/>
          </a:xfrm>
          <a:custGeom>
            <a:avLst/>
            <a:gdLst/>
            <a:ahLst/>
            <a:cxnLst/>
            <a:rect r="r" b="b" t="t" l="l"/>
            <a:pathLst>
              <a:path h="6648665" w="10979387">
                <a:moveTo>
                  <a:pt x="0" y="0"/>
                </a:moveTo>
                <a:lnTo>
                  <a:pt x="10979388" y="0"/>
                </a:lnTo>
                <a:lnTo>
                  <a:pt x="10979388" y="6648665"/>
                </a:lnTo>
                <a:lnTo>
                  <a:pt x="0" y="66486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169" t="-18195" r="-24884" b="-20259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48643" y="2289720"/>
            <a:ext cx="10759259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1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After downloading now you can chat with it freely.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43486" y="1519586"/>
            <a:ext cx="2569762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# 8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84564" y="9301438"/>
            <a:ext cx="1971124" cy="19711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84564" y="8712272"/>
            <a:ext cx="1092056" cy="109205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47532" y="407378"/>
            <a:ext cx="2007427" cy="872995"/>
          </a:xfrm>
          <a:custGeom>
            <a:avLst/>
            <a:gdLst/>
            <a:ahLst/>
            <a:cxnLst/>
            <a:rect r="r" b="b" t="t" l="l"/>
            <a:pathLst>
              <a:path h="872995" w="2007427">
                <a:moveTo>
                  <a:pt x="0" y="0"/>
                </a:moveTo>
                <a:lnTo>
                  <a:pt x="2007427" y="0"/>
                </a:lnTo>
                <a:lnTo>
                  <a:pt x="2007427" y="872994"/>
                </a:lnTo>
                <a:lnTo>
                  <a:pt x="0" y="8729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03" t="-44583" r="-8843" b="-1798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56179" y="407378"/>
            <a:ext cx="2123243" cy="953327"/>
          </a:xfrm>
          <a:custGeom>
            <a:avLst/>
            <a:gdLst/>
            <a:ahLst/>
            <a:cxnLst/>
            <a:rect r="r" b="b" t="t" l="l"/>
            <a:pathLst>
              <a:path h="953327" w="2123243">
                <a:moveTo>
                  <a:pt x="0" y="0"/>
                </a:moveTo>
                <a:lnTo>
                  <a:pt x="2123243" y="0"/>
                </a:lnTo>
                <a:lnTo>
                  <a:pt x="2123243" y="953326"/>
                </a:lnTo>
                <a:lnTo>
                  <a:pt x="0" y="953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94" t="-12694" r="-1341" b="-3136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895275" y="1960779"/>
            <a:ext cx="12497449" cy="7514091"/>
          </a:xfrm>
          <a:custGeom>
            <a:avLst/>
            <a:gdLst/>
            <a:ahLst/>
            <a:cxnLst/>
            <a:rect r="r" b="b" t="t" l="l"/>
            <a:pathLst>
              <a:path h="7514091" w="12497449">
                <a:moveTo>
                  <a:pt x="0" y="0"/>
                </a:moveTo>
                <a:lnTo>
                  <a:pt x="12497450" y="0"/>
                </a:lnTo>
                <a:lnTo>
                  <a:pt x="12497450" y="7514092"/>
                </a:lnTo>
                <a:lnTo>
                  <a:pt x="0" y="75140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859119" y="1370229"/>
            <a:ext cx="2569762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Demo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84564" y="9301438"/>
            <a:ext cx="1971124" cy="19711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84564" y="8712272"/>
            <a:ext cx="1092056" cy="109205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47532" y="407378"/>
            <a:ext cx="2007427" cy="872995"/>
          </a:xfrm>
          <a:custGeom>
            <a:avLst/>
            <a:gdLst/>
            <a:ahLst/>
            <a:cxnLst/>
            <a:rect r="r" b="b" t="t" l="l"/>
            <a:pathLst>
              <a:path h="872995" w="2007427">
                <a:moveTo>
                  <a:pt x="0" y="0"/>
                </a:moveTo>
                <a:lnTo>
                  <a:pt x="2007427" y="0"/>
                </a:lnTo>
                <a:lnTo>
                  <a:pt x="2007427" y="872994"/>
                </a:lnTo>
                <a:lnTo>
                  <a:pt x="0" y="8729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03" t="-44583" r="-8843" b="-1798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56179" y="407378"/>
            <a:ext cx="2123243" cy="953327"/>
          </a:xfrm>
          <a:custGeom>
            <a:avLst/>
            <a:gdLst/>
            <a:ahLst/>
            <a:cxnLst/>
            <a:rect r="r" b="b" t="t" l="l"/>
            <a:pathLst>
              <a:path h="953327" w="2123243">
                <a:moveTo>
                  <a:pt x="0" y="0"/>
                </a:moveTo>
                <a:lnTo>
                  <a:pt x="2123243" y="0"/>
                </a:lnTo>
                <a:lnTo>
                  <a:pt x="2123243" y="953326"/>
                </a:lnTo>
                <a:lnTo>
                  <a:pt x="0" y="953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94" t="-12694" r="-1341" b="-31363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48643" y="2289720"/>
            <a:ext cx="10759259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1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You can easily implement this into your code.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9119" y="1370229"/>
            <a:ext cx="2569762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Code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454959" y="3554101"/>
            <a:ext cx="6689041" cy="4015866"/>
          </a:xfrm>
          <a:custGeom>
            <a:avLst/>
            <a:gdLst/>
            <a:ahLst/>
            <a:cxnLst/>
            <a:rect r="r" b="b" t="t" l="l"/>
            <a:pathLst>
              <a:path h="4015866" w="6689041">
                <a:moveTo>
                  <a:pt x="0" y="0"/>
                </a:moveTo>
                <a:lnTo>
                  <a:pt x="6689041" y="0"/>
                </a:lnTo>
                <a:lnTo>
                  <a:pt x="6689041" y="4015866"/>
                </a:lnTo>
                <a:lnTo>
                  <a:pt x="0" y="40158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164919" y="3728478"/>
            <a:ext cx="3552881" cy="3667112"/>
          </a:xfrm>
          <a:custGeom>
            <a:avLst/>
            <a:gdLst/>
            <a:ahLst/>
            <a:cxnLst/>
            <a:rect r="r" b="b" t="t" l="l"/>
            <a:pathLst>
              <a:path h="3667112" w="3552881">
                <a:moveTo>
                  <a:pt x="0" y="0"/>
                </a:moveTo>
                <a:lnTo>
                  <a:pt x="3552881" y="0"/>
                </a:lnTo>
                <a:lnTo>
                  <a:pt x="3552881" y="3667112"/>
                </a:lnTo>
                <a:lnTo>
                  <a:pt x="0" y="36671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9948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4367" y="8594705"/>
            <a:ext cx="425077" cy="42507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82629" y="9054460"/>
            <a:ext cx="203840" cy="20384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79444" y="4133168"/>
            <a:ext cx="12682850" cy="2020665"/>
            <a:chOff x="0" y="0"/>
            <a:chExt cx="16910466" cy="269422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23825"/>
              <a:ext cx="16910466" cy="25703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635"/>
                </a:lnSpc>
              </a:pPr>
              <a:r>
                <a:rPr lang="en-US" sz="13304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Thank You 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15941113" y="1059966"/>
              <a:ext cx="549682" cy="549682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4F95FF">
                      <a:alpha val="100000"/>
                    </a:srgbClr>
                  </a:gs>
                  <a:gs pos="100000">
                    <a:srgbClr val="00327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-418546" y="8807243"/>
            <a:ext cx="1971124" cy="197112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447532" y="407378"/>
            <a:ext cx="2007427" cy="872995"/>
          </a:xfrm>
          <a:custGeom>
            <a:avLst/>
            <a:gdLst/>
            <a:ahLst/>
            <a:cxnLst/>
            <a:rect r="r" b="b" t="t" l="l"/>
            <a:pathLst>
              <a:path h="872995" w="2007427">
                <a:moveTo>
                  <a:pt x="0" y="0"/>
                </a:moveTo>
                <a:lnTo>
                  <a:pt x="2007427" y="0"/>
                </a:lnTo>
                <a:lnTo>
                  <a:pt x="2007427" y="872994"/>
                </a:lnTo>
                <a:lnTo>
                  <a:pt x="0" y="8729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03" t="-44583" r="-8843" b="-17989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656179" y="407378"/>
            <a:ext cx="2123243" cy="953327"/>
          </a:xfrm>
          <a:custGeom>
            <a:avLst/>
            <a:gdLst/>
            <a:ahLst/>
            <a:cxnLst/>
            <a:rect r="r" b="b" t="t" l="l"/>
            <a:pathLst>
              <a:path h="953327" w="2123243">
                <a:moveTo>
                  <a:pt x="0" y="0"/>
                </a:moveTo>
                <a:lnTo>
                  <a:pt x="2123243" y="0"/>
                </a:lnTo>
                <a:lnTo>
                  <a:pt x="2123243" y="953326"/>
                </a:lnTo>
                <a:lnTo>
                  <a:pt x="0" y="953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94" t="-12694" r="-1341" b="-31363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6684564" y="9301438"/>
            <a:ext cx="1971124" cy="197112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684564" y="8712272"/>
            <a:ext cx="1092056" cy="1092056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95FF">
                    <a:alpha val="100000"/>
                  </a:srgbClr>
                </a:gs>
                <a:gs pos="100000">
                  <a:srgbClr val="003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baseType="variant" size="4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baseType="lpstr" size="1">
      <vt:lpstr>Office Theme</vt:lpstr>
    </vt:vector>
  </TitlesOfParts>
  <Company/>
  <LinksUpToDate>false</LinksUpToDate>
  <SharedDoc>false</SharedDoc>
  <HyperlinksChanged>false</HyperlinksChanged>
  <AppVersion>14.0000</AppVersion>
  <Template/>
  <Manager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identifier>DAHH-F3jK_o</dc:identifier>
  <cp:revision>0</cp:revision>
</cp:coreProperties>
</file>